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Real-Time Exercise Form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00B4D8"/>
                </a:solidFill>
              </a:rPr>
              <a:t>Using Pose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BBCC"/>
                </a:solidFill>
              </a:rPr>
              <a:t>Zaid Akhtar  ·  Heena Khan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CC"/>
                </a:solidFill>
              </a:rPr>
              <a:t>CS 131  ·  Demo 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⚠️  ~3.5M gym injuries per year in the U.S. — many from poor lifting form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💸  Personal trainers are expensive and not always available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📷  Smartphones + webcams are everywhere — why not use them?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→  Goal: build a real-time coaching system that detects bad squat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 and RDL form using only a camera, no wearables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Exercises targeted:  Squat  ·  Romanian Deadlift (RDL)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1.  Webcam / video input  →  OpenCV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2.  Pose landmark detection  →  MediaPipe BlazePose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     (33 3-D body keypoints per frame)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3.  Joint angle computation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     Knee angle:  hip – knee – ankle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       Hip angle:   shoulder – hip – knee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4.  EMA smoothing  (α = 0.2)  to reduce jitter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5.  Threshold-based feedback + rep 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777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166"/>
                </a:solidFill>
              </a:rPr>
              <a:t>Feedback Rules (Squat)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Torso lean   →  torso_lean  &gt; 108°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Knee cave    →  lateral dev &gt; 0.10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Go deeper    →  knee angle  &gt; 60°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Good depth  ←  none of above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Feedback Rules (RDL)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Too much knee bend  →  min knee &lt; 110°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Go deeper           →  min hip  &gt; 100°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</a:rPr>
              <a:t>Good                ←  none of above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560320" cy="1280160"/>
          </a:xfrm>
          <a:prstGeom prst="rect">
            <a:avLst/>
          </a:prstGeom>
          <a:solidFill>
            <a:srgbClr val="1A2E44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42.9%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Squat accuracy
31,628 frames (Kaggle)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05840"/>
            <a:ext cx="2560320" cy="1280160"/>
          </a:xfrm>
          <a:prstGeom prst="rect">
            <a:avLst/>
          </a:prstGeom>
          <a:solidFill>
            <a:srgbClr val="1A2E44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051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67%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Squat clip accuracy
3 side-view clips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560320" cy="1280160"/>
          </a:xfrm>
          <a:prstGeom prst="rect">
            <a:avLst/>
          </a:prstGeom>
          <a:solidFill>
            <a:srgbClr val="1A2E44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51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RDL clip accuracy
5 side-view clips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005840"/>
            <a:ext cx="2560320" cy="1280160"/>
          </a:xfrm>
          <a:prstGeom prst="rect">
            <a:avLst/>
          </a:prstGeom>
          <a:solidFill>
            <a:srgbClr val="1A2E44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051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Exercises supported
Squat + RDL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</a:rPr>
              <a:t>Squat — Per-class F1  (Kaggle frame-level eval)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71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Precision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971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7180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torso_lean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337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0.534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337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0.599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3756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0.565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850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knee_cave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6850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0.422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6850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0.576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68503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6D6A0"/>
                </a:solidFill>
              </a:rPr>
              <a:t>0.487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325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go_deeper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325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166"/>
                </a:solidFill>
              </a:rPr>
              <a:t>0.343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0325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166"/>
                </a:solidFill>
              </a:rPr>
              <a:t>0.394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3250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166"/>
                </a:solidFill>
              </a:rPr>
              <a:t>0.367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799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good_depth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3799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0.407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43799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0.148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3799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0.217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BBCC"/>
                </a:solidFill>
              </a:rPr>
              <a:t>Key insight: torso lean &amp; knee cave are easiest to detect; good_depth hardest (default class)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🎥  Run squat_tracker.py on webcam  (side view, full body in frame)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What you'll see: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•  MediaPipe skeleton overlay on live video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•  Real-time knee angle + hip angle displayed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•  Rep counter updates automatically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•  Feedback cues:  'Go deeper'  /  'Knee cave'  /  'Good depth'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Camera tip:  place camera to your side, 6–8 ft away,</a:t>
            </a:r>
          </a:p>
          <a:p>
            <a:pPr>
              <a:spcBef>
                <a:spcPts val="400"/>
              </a:spcBef>
            </a:pPr>
            <a:r>
              <a:rPr sz="2200">
                <a:solidFill>
                  <a:srgbClr val="FFFFFF"/>
                </a:solidFill>
              </a:rPr>
              <a:t>                  so your full body (head → feet) is visible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Learnings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✓  Camera angle is the #1 factor — side view essential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✓  EMA smoothing critical for stable rep detection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✓  Rule-based thresholds work but need per-user tuning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✓  Clip-level eval harder than frame-level eval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✓  No public RDL form dataset exists — we built our own eval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777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→  ML classifier (SVM / small NN) to replace thresholds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→  Bench press support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→  Automatic camera angle detection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→  Mobile app deployment</a:t>
            </a:r>
          </a:p>
          <a:p>
            <a:pPr>
              <a:spcBef>
                <a:spcPts val="400"/>
              </a:spcBef>
            </a:pPr>
            <a:r>
              <a:rPr sz="2000">
                <a:solidFill>
                  <a:srgbClr val="FFFFFF"/>
                </a:solidFill>
              </a:rPr>
              <a:t>→  Multi-person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Thank you!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